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Interactive Pathogen Codex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Workshop Advanced Extension Activity</a:t>
            </a:r>
            <a:br/>
            <a:br/>
            <a:r>
              <a:rPr/>
              <a:t>APAF Bioinformatics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Overview: The Pathogen Codex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Goal</a:t>
            </a:r>
          </a:p>
          <a:p>
            <a:pPr lvl="0" indent="0" marL="0">
              <a:buNone/>
            </a:pPr>
            <a:r>
              <a:rPr/>
              <a:t>Create a visual “Pokedex” of biological pathogens and systematically integrate these new species into </a:t>
            </a:r>
            <a:r>
              <a:rPr b="1"/>
              <a:t>Immunity Protocol</a:t>
            </a:r>
            <a:r>
              <a:rPr/>
              <a:t>’s stages.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Deliverables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pathogen_table.txt</a:t>
            </a:r>
            <a:r>
              <a:rPr/>
              <a:t>: Scientific sizes, shapes, and game specifications.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pathogen_showcase.html</a:t>
            </a:r>
            <a:r>
              <a:rPr/>
              <a:t>: A standalone interactive sandbox to preview visual shapes, colors, and damage animations.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index.html</a:t>
            </a:r>
            <a:r>
              <a:rPr b="1"/>
              <a:t> integration</a:t>
            </a:r>
            <a:r>
              <a:rPr/>
              <a:t>: Real-time rendering of all species in game stages with distinct visual wiggles, colors, and wobbly loops.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Systematic Stage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distinct 4x8 formations (32 cells) cycle before each boss fight, featuring a delayed conga-line entry that fires bullets Galaga-style:</a:t>
            </a:r>
          </a:p>
          <a:p>
            <a:pPr lvl="0"/>
            <a:r>
              <a:rPr b="1"/>
              <a:t>Delayed Conga Lines</a:t>
            </a:r>
            <a:r>
              <a:rPr/>
              <a:t>: Pathogens enter in 8 distinct columns. Each column enters sequentially with a 2-second delay between them.</a:t>
            </a:r>
          </a:p>
          <a:p>
            <a:pPr lvl="0"/>
            <a:r>
              <a:rPr b="1"/>
              <a:t>Slower Swoops &amp; Firing</a:t>
            </a:r>
            <a:r>
              <a:rPr/>
              <a:t>: Swoop speed is reduced to 0.6x with wider 20% spacing, dropping bullets downwards dynamically mid-flight.</a:t>
            </a:r>
          </a:p>
          <a:p>
            <a:pPr lvl="0"/>
            <a:r>
              <a:rPr b="1"/>
              <a:t>Stage 1 (Normal Grid)</a:t>
            </a:r>
            <a:r>
              <a:rPr/>
              <a:t>: Parvovirus (1 HP), Poliovirus (1 HP), and Mycoplasma (1 HP).</a:t>
            </a:r>
          </a:p>
          <a:p>
            <a:pPr lvl="0"/>
            <a:r>
              <a:rPr b="1"/>
              <a:t>Stage 2 (Pulsating Star)</a:t>
            </a:r>
            <a:r>
              <a:rPr/>
              <a:t>: Mycoplasma (1 HP), Poliovirus (1 HP), and E. coli (2 HP).</a:t>
            </a:r>
          </a:p>
          <a:p>
            <a:pPr lvl="0"/>
            <a:r>
              <a:rPr b="1"/>
              <a:t>Stage 3 (Undulating Wave)</a:t>
            </a:r>
            <a:r>
              <a:rPr/>
              <a:t>: E. coli (2 HP), Influenza (2 HP), and SARS-CoV-2 (3 HP).</a:t>
            </a:r>
          </a:p>
          <a:p>
            <a:pPr lvl="0"/>
            <a:r>
              <a:rPr b="1"/>
              <a:t>Stage 4 (Concentric Circles)</a:t>
            </a:r>
            <a:r>
              <a:rPr/>
              <a:t>: Influenza (2 HP), Candida (3 HP), and Cryptococcus (5 HP).</a:t>
            </a:r>
          </a:p>
          <a:p>
            <a:pPr lvl="0"/>
            <a:r>
              <a:rPr b="1"/>
              <a:t>Stage 5 (Boss Stage)</a:t>
            </a:r>
            <a:r>
              <a:rPr/>
              <a:t>: Mutagen Boss.</a:t>
            </a:r>
          </a:p>
          <a:p>
            <a:pPr lvl="0"/>
            <a:r>
              <a:rPr b="1"/>
              <a:t>Stage 6 (Normal Grid)</a:t>
            </a:r>
            <a:r>
              <a:rPr/>
              <a:t>: Haloquadratum (2 HP), T4 Phages (3 HP), and Mimivirus (8 HP).</a:t>
            </a:r>
          </a:p>
          <a:p>
            <a:pPr lvl="0"/>
            <a:r>
              <a:rPr b="1"/>
              <a:t>Stage 7+ (Sequence Cycle)</a:t>
            </a:r>
            <a:r>
              <a:rPr/>
              <a:t>: Mixed grid from the pathogen pool with scaled HP, cycling formations.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Scale &amp; Neon Palettes</a:t>
            </a:r>
          </a:p>
          <a:p>
            <a:pPr lvl="0"/>
            <a:r>
              <a:rPr/>
              <a:t>Map actual biological dimensions (nm to μm) to in-game scales (e.g. Parvovirus </a:t>
            </a:r>
            <a:r>
              <a:rPr>
                <a:latin typeface="Courier"/>
              </a:rPr>
              <a:t>size = 14</a:t>
            </a:r>
            <a:r>
              <a:rPr/>
              <a:t> up to Pandoravirus </a:t>
            </a:r>
            <a:r>
              <a:rPr>
                <a:latin typeface="Courier"/>
              </a:rPr>
              <a:t>size = 50</a:t>
            </a:r>
            <a:r>
              <a:rPr/>
              <a:t>).</a:t>
            </a:r>
          </a:p>
          <a:p>
            <a:pPr lvl="0"/>
            <a:r>
              <a:rPr/>
              <a:t>Apply vibrant HSL colors (Red Viruses, Green Bacteria, Pink Archaea, Purple Fungi).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Interactive Canvas Simulations</a:t>
            </a:r>
          </a:p>
          <a:p>
            <a:pPr lvl="0"/>
            <a:r>
              <a:rPr b="1"/>
              <a:t>Stimulate Hit</a:t>
            </a:r>
            <a:r>
              <a:rPr/>
              <a:t>: Causes the pathogen to flash white temporarily.</a:t>
            </a:r>
          </a:p>
          <a:p>
            <a:pPr lvl="0"/>
            <a:r>
              <a:rPr b="1"/>
              <a:t>Lysis (Burst)</a:t>
            </a:r>
            <a:r>
              <a:rPr/>
              <a:t>: Cell explodes into a burst of fading particles.</a:t>
            </a:r>
          </a:p>
          <a:p>
            <a:pPr lvl="0"/>
            <a:r>
              <a:rPr b="1"/>
              <a:t>Auto-Regenerate</a:t>
            </a:r>
            <a:r>
              <a:rPr/>
              <a:t>: Cell automatically reforms after a 500ms cooldown.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Step 1: Literature Lookup</a:t>
            </a:r>
          </a:p>
          <a:p>
            <a:pPr lvl="1"/>
            <a:r>
              <a:rPr/>
              <a:t>Compile sizes, shapes, and taxonomy details of single-cell organisms and giant viruses.</a:t>
            </a:r>
          </a:p>
          <a:p>
            <a:pPr lvl="0" indent="-342900" marL="342900">
              <a:buAutoNum type="arabicPeriod"/>
            </a:pPr>
            <a:r>
              <a:rPr b="1"/>
              <a:t>Step 2: Database UI Grid</a:t>
            </a:r>
          </a:p>
          <a:p>
            <a:pPr lvl="1"/>
            <a:r>
              <a:rPr/>
              <a:t>Scaffold a dark-themed grid of cards showing names, scales, and core canvas nodes.</a:t>
            </a:r>
          </a:p>
          <a:p>
            <a:pPr lvl="0" indent="-342900" marL="342900">
              <a:buAutoNum type="arabicPeriod"/>
            </a:pPr>
            <a:r>
              <a:rPr b="1"/>
              <a:t>Step 3: Game Code Integration</a:t>
            </a:r>
          </a:p>
          <a:p>
            <a:pPr lvl="1"/>
            <a:r>
              <a:rPr/>
              <a:t>Update </a:t>
            </a:r>
            <a:r>
              <a:rPr>
                <a:latin typeface="Courier"/>
              </a:rPr>
              <a:t>Pathogen</a:t>
            </a:r>
            <a:r>
              <a:rPr/>
              <a:t> constructor and drawing routines inside the game loop to render the unique structures of all species.</a:t>
            </a:r>
          </a:p>
          <a:p>
            <a:pPr lvl="0" indent="-342900" marL="342900">
              <a:buAutoNum type="arabicPeriod"/>
            </a:pPr>
            <a:r>
              <a:rPr b="1"/>
              <a:t>Step 4: Stage Progression System</a:t>
            </a:r>
          </a:p>
          <a:p>
            <a:pPr lvl="1"/>
            <a:r>
              <a:rPr/>
              <a:t>Rework </a:t>
            </a:r>
            <a:r>
              <a:rPr>
                <a:latin typeface="Courier"/>
              </a:rPr>
              <a:t>spawnPathogens()</a:t>
            </a:r>
            <a:r>
              <a:rPr/>
              <a:t> to deploy custom layouts and mixtures for each stage.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Free Quota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[!WARNING] </a:t>
            </a:r>
            <a:r>
              <a:rPr sz="2000" b="1"/>
              <a:t>High Token Generation Costs</a:t>
            </a:r>
          </a:p>
          <a:p>
            <a:pPr lvl="0" indent="0" marL="1270000">
              <a:buNone/>
            </a:pPr>
            <a:r>
              <a:rPr sz="2000"/>
              <a:t>Generating 26 custom Canvas drawing functions along with stage progression logic exceeds </a:t>
            </a:r>
            <a:r>
              <a:rPr sz="2000" b="1"/>
              <a:t>30,000+ output tokens</a:t>
            </a:r>
            <a:r>
              <a:rPr sz="2000"/>
              <a:t>. Free-tier accounts can easily exhaust daily quotas.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Mitigation Strategies</a:t>
            </a:r>
          </a:p>
          <a:p>
            <a:pPr lvl="0"/>
            <a:r>
              <a:rPr b="1"/>
              <a:t>Split Prompts</a:t>
            </a:r>
            <a:r>
              <a:rPr/>
              <a:t>: Prompt the agent in two phases (Phase 1: write table and showcase; Phase 2: integrate into game code).</a:t>
            </a:r>
          </a:p>
          <a:p>
            <a:pPr lvl="0"/>
            <a:r>
              <a:rPr b="1"/>
              <a:t>Conciseness Directive</a:t>
            </a:r>
            <a:r>
              <a:rPr/>
              <a:t>: Instruct the agent to </a:t>
            </a:r>
            <a:r>
              <a:rPr i="1"/>
              <a:t>“write highly compact code without comments and avoid conversational filler.”</a:t>
            </a:r>
          </a:p>
          <a:p>
            <a:pPr lvl="0"/>
            <a:r>
              <a:rPr b="1"/>
              <a:t>Incremental Expansion</a:t>
            </a:r>
            <a:r>
              <a:rPr/>
              <a:t>: Ask the agent to scaffold the UI and 3 template drawings first, then write remaining drawing algorithms in small batches.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Live Demonstration Check</a:t>
            </a:r>
          </a:p>
          <a:p>
            <a:pPr lvl="0"/>
            <a:r>
              <a:rPr/>
              <a:t>Search and filter controls update the cards layout in real time.</a:t>
            </a:r>
          </a:p>
          <a:p>
            <a:pPr lvl="0"/>
            <a:r>
              <a:rPr/>
              <a:t>Clicking any card opens a dedicated overlay with detailed stats.</a:t>
            </a:r>
          </a:p>
          <a:p>
            <a:pPr lvl="0"/>
            <a:r>
              <a:rPr/>
              <a:t>Clicking </a:t>
            </a:r>
            <a:r>
              <a:rPr b="1"/>
              <a:t>Lysis</a:t>
            </a:r>
            <a:r>
              <a:rPr/>
              <a:t> bursts the cell, disables the button for 0.5s, and restores it automatically.</a:t>
            </a:r>
          </a:p>
          <a:p>
            <a:pPr lvl="0"/>
            <a:r>
              <a:rPr/>
              <a:t>Pathogens render in the game with wiggles, rotating spikes, and flagella.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Watermark Compliance</a:t>
            </a:r>
          </a:p>
          <a:p>
            <a:pPr lvl="0"/>
            <a:r>
              <a:rPr/>
              <a:t>Confirm that all generated assets carry the APAF footer watermark.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Pathogen Codex</dc:title>
  <dc:creator>APAF Bioinformatics Team</dc:creator>
  <cp:keywords/>
  <dcterms:created xsi:type="dcterms:W3CDTF">2026-06-14T01:45:59Z</dcterms:created>
  <dcterms:modified xsi:type="dcterms:W3CDTF">2026-06-14T01:45:59Z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2026-06-14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AI Workshop Advanced Extension Activity</vt:lpwstr>
  </property>
  <property fmtid="{D5CDD505-2E9C-101B-9397-08002B2CF9AE}" pid="12" name="toc-title">
    <vt:lpwstr>Table of contents</vt:lpwstr>
  </property>
</Properties>
</file>